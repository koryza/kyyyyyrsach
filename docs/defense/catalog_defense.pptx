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Представиться, назвать тему и цель. Автор: Чемоданов Никита Сергеевич, группа ИПо-41. Приложение запускается локально и хранит каталог в SQLite.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 границы: товары и категории, без оплаты и доставки. Поиск и фильтры можно комбинировать; остаток — текущее число, не журнал склада.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 идентификаторы и внешний ключ. Цена в копейках исключает float, количество неотрицательно. Категория с товарами не удаляется. Иерархия категорий не реализована.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Проследить запрос: страница или API вызывает catalog.py. SQLAlchemy работает с SQLite. После успешного POST выполняется 303 и GET. При конфликте транзакция откатывается.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реальный список. Фильтры применяются вместе, сохраняются в URL и ссылках страниц. Показать форму; стили загружаются локально, основные операции доступны без JavaScript.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1200 товаров в 12 категориях. Цены и остатки заданы для демонстрации. Загрузчик сохраняет backup, пропускает существующие артикулы, добавляет недостающее одной транзакцией. Повторный запуск не возвращает изменённую цену к исходной.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Проверки базы, API, HTML и загрузчика. Отдельно 14 сценариев интерфейса и 6 на большом наборе. Есть одно известное предупреждение TestClient/HTTPX. Число проверок не означает отсутствие всех ошибок и не заменяет нагрузочное тестирование.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Назвать реализованные операции. Пояснить, что авторизация, миграции и журнал остатков пока отсутствуют. Для работы нескольких менеджеров потребуется проверка одновременной записи. Затем показать приложение.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Модуль управления каталогом товаров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Курсовая работа · Python / FastAPI /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01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6858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18253B"/>
                </a:solidFill>
                <a:latin typeface="Arial"/>
              </a:defRPr>
            </a:pPr>
            <a:r>
              <a:t>Товары, категории,</a:t>
            </a:r>
          </a:p>
          <a:p>
            <a:pPr>
              <a:spcAft>
                <a:spcPts val="1200"/>
              </a:spcAft>
              <a:defRPr sz="4400" b="1">
                <a:solidFill>
                  <a:srgbClr val="18253B"/>
                </a:solidFill>
                <a:latin typeface="Arial"/>
              </a:defRPr>
            </a:pPr>
            <a:r>
              <a:t>цены и остатки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34840"/>
            <a:ext cx="1060704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Чемоданов Никита Сергеевич</a:t>
            </a:r>
          </a:p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23ИПо8381 (ИПо-41) · 4-й курс · Разработка программных модулей</a:t>
            </a:r>
          </a:p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Руководитель: Колпащиков Кирилл Александрович · Киров,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240280"/>
            <a:ext cx="2651760" cy="2651760"/>
          </a:xfrm>
          <a:prstGeom prst="round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45168" y="2468880"/>
            <a:ext cx="1188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200" b="1">
                <a:solidFill>
                  <a:srgbClr val="FFFFFF"/>
                </a:solidFill>
                <a:latin typeface="Arial"/>
              </a:defRPr>
            </a:pPr>
            <a:r>
              <a:t>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Цель и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Менеджер ведёт ассортимент через браузер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02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3566160" cy="3063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01 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Создавать и изменять товары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и категории, просматривать карточки.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2057400"/>
            <a:ext cx="3566160" cy="3063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2423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02  Поиск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324612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Отбирать по названию, категории,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цене и наличию; сортировать.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4464" y="2057400"/>
            <a:ext cx="3566160" cy="3063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064" y="2423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03  Корректность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13064" y="324612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Проверять ввод, уникальность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и связи; подтверждать удаление.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Модель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Одна категория — много товаров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03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11680"/>
            <a:ext cx="4114800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КАТЕГОРИЯ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18253B"/>
                </a:solidFill>
                <a:latin typeface="Arial"/>
              </a:defRPr>
            </a:pPr>
            <a:r>
              <a:t>id — первичный ключ</a:t>
            </a:r>
          </a:p>
          <a:p>
            <a:pPr>
              <a:spcAft>
                <a:spcPts val="1200"/>
              </a:spcAft>
              <a:defRPr sz="2200" b="0">
                <a:solidFill>
                  <a:srgbClr val="18253B"/>
                </a:solidFill>
                <a:latin typeface="Arial"/>
              </a:defRPr>
            </a:pPr>
            <a:r>
              <a:t>Название — уникальное без учёта регистра</a:t>
            </a:r>
          </a:p>
          <a:p>
            <a:pPr>
              <a:spcAft>
                <a:spcPts val="1200"/>
              </a:spcAft>
              <a:defRPr sz="2200" b="0">
                <a:solidFill>
                  <a:srgbClr val="18253B"/>
                </a:solidFill>
                <a:latin typeface="Arial"/>
              </a:defRPr>
            </a:pPr>
            <a:r>
              <a:t>Описание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2011680"/>
            <a:ext cx="4663440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3317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ТОВАР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063240"/>
            <a:ext cx="40233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id · category_id · название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Уникальный артикул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Цена в копейках · остаток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Даты создания и изменения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92040" y="3749039"/>
            <a:ext cx="1828800" cy="0"/>
          </a:xfrm>
          <a:prstGeom prst="line">
            <a:avLst/>
          </a:prstGeom>
          <a:ln w="25400">
            <a:solidFill>
              <a:srgbClr val="345D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03520" y="32004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45DE3"/>
                </a:solidFill>
                <a:latin typeface="Arial"/>
              </a:defRPr>
            </a:pPr>
            <a:r>
              <a:t>1 : 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Как устроено приложение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HTML и JSON API используют общие правила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04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260604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Браузер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Формы и страницы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2424" y="3108960"/>
            <a:ext cx="2103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64748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2423160"/>
            <a:ext cx="260604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HTML / 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3108960"/>
            <a:ext cx="2103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64748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423160"/>
            <a:ext cx="2606040" cy="2057400"/>
          </a:xfrm>
          <a:prstGeom prst="round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catalog.py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Проверки и операции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44" y="3108960"/>
            <a:ext cx="2103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64748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2600" y="2423160"/>
            <a:ext cx="260604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548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SQLite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SQLAlchemy /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18253B"/>
                </a:solidFill>
                <a:latin typeface="Arial"/>
              </a:defRPr>
            </a:pPr>
            <a:r>
              <a:t>Входные схемы → ограничения моделей → ограничения базы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Веб-интерфейс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Поиск, фильтры и пагинация; адаптивные 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05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2880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Товары и категории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Поиск и фильтры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Карточки и формы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Подтверждение удаления</a:t>
            </a:r>
          </a:p>
        </p:txBody>
      </p:sp>
      <p:pic>
        <p:nvPicPr>
          <p:cNvPr id="8" name="Picture 7" descr="05-catalog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828800"/>
            <a:ext cx="7452360" cy="39331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Демонстрационный ассортимент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Синтетические данные для функциональной демонстрации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06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товаров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категорий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без наличия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7260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страниц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1772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18253B"/>
                </a:solidFill>
                <a:latin typeface="Arial"/>
              </a:defRPr>
            </a:pPr>
            <a:r>
              <a:t>Резервная копия → одна транзакция → без перезаписи записей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64748B"/>
                </a:solidFill>
                <a:latin typeface="Arial"/>
              </a:defRPr>
            </a:pPr>
            <a:r>
              <a:t>Команда: python -m scripts.seed_demo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Проверка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154 автоматических теста; реальные браузерные сценарии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07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База данных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JSON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7260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Загрузчик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348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500" b="1">
                <a:solidFill>
                  <a:srgbClr val="18253B"/>
                </a:solidFill>
                <a:latin typeface="Arial"/>
              </a:defRPr>
            </a:pPr>
            <a:r>
              <a:t>14 сценариев интерфейса + 6 проверок большого каталога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Исправлены переполнение мобильной страницы и выравнивание таблицы.</a:t>
            </a:r>
          </a:p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Отдельно проверены повторная загрузка, откат и резервная копия WAL.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Результат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Локальный каталог с веб-формами и JSON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08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440680" cy="3520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345DE3"/>
                </a:solidFill>
                <a:latin typeface="Arial"/>
              </a:defRPr>
            </a:pPr>
            <a:r>
              <a:t>РЕАЛИЗОВАНО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Товары и категории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Карточки, поиск, фильтры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Проверка ввода и целостности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Воспроизводимые тесты и данные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011680"/>
            <a:ext cx="4983480" cy="3520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33172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45DE3"/>
                </a:solidFill>
                <a:latin typeface="Arial"/>
              </a:defRPr>
            </a:pPr>
            <a:r>
              <a:t>ДЛЯ НЕСКОЛЬКИХ МЕНЕДЖЕРОВ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063240"/>
            <a:ext cx="4434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Роли пользователей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История движения остатков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Миграции схемы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Многопользовательские проверки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Модуль управления каталогом товаров</dc:title>
  <dc:subject/>
  <dc:creator>Чемоданов Никита Сергеевич</dc:creator>
  <cp:keywords/>
  <dc:description>generated using python-pptx</dc:description>
  <cp:lastModifiedBy>Сборка проекта</cp:lastModifiedBy>
  <cp:revision>1</cp:revision>
  <dcterms:created xsi:type="dcterms:W3CDTF">2026-10-22T15:50:31Z</dcterms:created>
  <dcterms:modified xsi:type="dcterms:W3CDTF">2026-10-22T15:50:31Z</dcterms:modified>
  <cp:category/>
</cp:coreProperties>
</file>