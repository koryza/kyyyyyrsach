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Представиться, назвать тему и цель. Личные реквизиты заполнить перед защитой. Это действующее локальное приложение, а не внедрённая промышленная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 границы: товары и категории, без оплаты и доставки. Поиск и фильтры можно комбинировать; остаток — текущее число, не журнал склада.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 идентификаторы и внешний ключ. Цена в копейках исключает float, количество неотрицательно. Категория с товарами не удаляется. Иерархия категорий не реализована.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Проследить запрос: страница или API вызывает catalog.py. SQLAlchemy работает с SQLite. После успешного POST выполняется 303 и GET. При конфликте транзакция откатывается.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реальный список. Фильтры применяются вместе, сохраняются в URL и ссылках страниц. Подчеркнуть, что интерфейс использует локальные стили и основные формы работают без JavaScript.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1200 товаров в 12 категориях. Цены и остатки условные. Загрузчик сохраняет backup, пропускает существующие артикулы, добавляет недостающее одной транзакцией. Повторный запуск не возвращает изменённую цену к исходной.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Проверки базы, API, HTML и загрузчика. Отдельно 14 сценариев интерфейса и 6 на большом наборе. Есть одно известное предупреждение TestClient/HTTPX. Число проверок не означает отсутствие всех ошибок и не заменяет нагрузочное тестирование.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Завершить перечислением результата. Обозначить отсутствие авторизации, миграций и журнала остатков. Дальнейшее развитие — роли пользователей, история операций и проверка одновременной работы. Приступить к короткой живой демонстрации.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Модуль управления каталогом товаров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Курсовая работа · Python / FastAPI /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01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6858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18253B"/>
                </a:solidFill>
                <a:latin typeface="Arial"/>
              </a:defRPr>
            </a:pPr>
            <a:r>
              <a:t>Товары, категории,</a:t>
            </a:r>
          </a:p>
          <a:p>
            <a:pPr>
              <a:spcAft>
                <a:spcPts val="1200"/>
              </a:spcAft>
              <a:defRPr sz="4400" b="1">
                <a:solidFill>
                  <a:srgbClr val="18253B"/>
                </a:solidFill>
                <a:latin typeface="Arial"/>
              </a:defRPr>
            </a:pPr>
            <a:r>
              <a:t>цены и остатки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[ФИО] · [Группа]</a:t>
            </a:r>
          </a:p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[Дисциплина] · Руководитель: [ФИО]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240280"/>
            <a:ext cx="2651760" cy="2651760"/>
          </a:xfrm>
          <a:prstGeom prst="round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45168" y="2468880"/>
            <a:ext cx="1188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200" b="1">
                <a:solidFill>
                  <a:srgbClr val="FFFFFF"/>
                </a:solidFill>
                <a:latin typeface="Arial"/>
              </a:defRPr>
            </a:pPr>
            <a:r>
              <a:t>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Цель и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Менеджер ведёт ассортимент через браузер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02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01 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Создавать и изменять товары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и категории, просматривать карточки.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02  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Отбирать по названию, категории,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цене и наличию; сортировать.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4464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64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03  Корректность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Проверять ввод, уникальность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и связи; подтверждать удаление.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Модель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Одна категория — много товаров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03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4114800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КАТЕГОРИЯ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id — первичный ключ</a:t>
            </a:r>
          </a:p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Название — уникальное</a:t>
            </a:r>
          </a:p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Описание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011680"/>
            <a:ext cx="4663440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3317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ТОВАР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06324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id · category_id · название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Уникальный артикул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Цена в копейках · остаток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Даты создания и изменения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92040" y="3749039"/>
            <a:ext cx="1828800" cy="0"/>
          </a:xfrm>
          <a:prstGeom prst="line">
            <a:avLst/>
          </a:prstGeom>
          <a:ln w="25400">
            <a:solidFill>
              <a:srgbClr val="345D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03520" y="32004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45DE3"/>
                </a:solidFill>
                <a:latin typeface="Arial"/>
              </a:defRPr>
            </a:pPr>
            <a:r>
              <a:t>1 : 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Как устроено приложение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HTML и JSON API используют общие правила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04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Браузер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Формы и страницы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242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HTML /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23160"/>
            <a:ext cx="2606040" cy="2057400"/>
          </a:xfrm>
          <a:prstGeom prst="round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catalog.py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Проверки и операции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548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SQLAlchemy /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18253B"/>
                </a:solidFill>
                <a:latin typeface="Arial"/>
              </a:defRPr>
            </a:pPr>
            <a:r>
              <a:t>Входные схемы → ограничения моделей → ограничения базы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Веб-интерфейс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Поиск, фильтры и пагинация; адаптивные 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05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880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Товары и категории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Поиск и фильтры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Карточки и формы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Подтверждение удаления</a:t>
            </a:r>
          </a:p>
        </p:txBody>
      </p:sp>
      <p:pic>
        <p:nvPicPr>
          <p:cNvPr id="8" name="Picture 7" descr="05-catalog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828800"/>
            <a:ext cx="7452360" cy="39331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Демонстрационный ассортимент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Синтетические данные для функциональной демонстрации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06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товаров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категорий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без наличия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страниц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177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18253B"/>
                </a:solidFill>
                <a:latin typeface="Arial"/>
              </a:defRPr>
            </a:pPr>
            <a:r>
              <a:t>Резервная копия → одна транзакция → без перезаписи записей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64748B"/>
                </a:solidFill>
                <a:latin typeface="Arial"/>
              </a:defRPr>
            </a:pPr>
            <a:r>
              <a:t>Команда: python -m scripts.seed_demo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Проверка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154 автоматических теста; реальные браузерные сценарии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07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База данных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JSON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Загрузчик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500" b="1">
                <a:solidFill>
                  <a:srgbClr val="18253B"/>
                </a:solidFill>
                <a:latin typeface="Arial"/>
              </a:defRPr>
            </a:pPr>
            <a:r>
              <a:t>14 сценариев интерфейса + 6 проверок большого каталога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Исправлены переполнение мобильной страницы и выравнивание таблицы.</a:t>
            </a:r>
          </a:p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Отдельно проверены повторная загрузка, откат и резервная копия WAL.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Результат и развитие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Согласованные функции каталога реализованы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08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4406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345DE3"/>
                </a:solidFill>
                <a:latin typeface="Arial"/>
              </a:defRPr>
            </a:pPr>
            <a:r>
              <a:t>РЕАЛИЗОВАНО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Товары и категории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Карточки, поиск, фильтры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Проверка ввода и целостности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Воспроизводимые тесты и данные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011680"/>
            <a:ext cx="49834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33172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45DE3"/>
                </a:solidFill>
                <a:latin typeface="Arial"/>
              </a:defRPr>
            </a:pPr>
            <a:r>
              <a:t>НАПРАВЛЕНИЯ РАЗВИТИЯ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063240"/>
            <a:ext cx="4434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Роли пользователей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История движения остатков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Миграции схемы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Многопользовательские проверки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Модуль управления каталогом товаров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